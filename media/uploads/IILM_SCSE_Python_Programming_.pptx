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0" r:id="rId2"/>
    <p:sldId id="378" r:id="rId3"/>
    <p:sldId id="382" r:id="rId4"/>
    <p:sldId id="383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391" r:id="rId13"/>
    <p:sldId id="392" r:id="rId14"/>
    <p:sldId id="393" r:id="rId15"/>
    <p:sldId id="394" r:id="rId16"/>
    <p:sldId id="395" r:id="rId17"/>
    <p:sldId id="396" r:id="rId18"/>
    <p:sldId id="397" r:id="rId19"/>
    <p:sldId id="398" r:id="rId20"/>
    <p:sldId id="399" r:id="rId21"/>
    <p:sldId id="400" r:id="rId22"/>
    <p:sldId id="401" r:id="rId23"/>
    <p:sldId id="402" r:id="rId24"/>
    <p:sldId id="403" r:id="rId25"/>
    <p:sldId id="404" r:id="rId26"/>
    <p:sldId id="405" r:id="rId27"/>
    <p:sldId id="406" r:id="rId28"/>
    <p:sldId id="407" r:id="rId29"/>
    <p:sldId id="408" r:id="rId30"/>
    <p:sldId id="409" r:id="rId31"/>
    <p:sldId id="410" r:id="rId32"/>
    <p:sldId id="411" r:id="rId33"/>
    <p:sldId id="412" r:id="rId34"/>
    <p:sldId id="413" r:id="rId35"/>
    <p:sldId id="414" r:id="rId36"/>
    <p:sldId id="415" r:id="rId37"/>
    <p:sldId id="416" r:id="rId38"/>
    <p:sldId id="417" r:id="rId39"/>
    <p:sldId id="418" r:id="rId40"/>
    <p:sldId id="419" r:id="rId41"/>
    <p:sldId id="420" r:id="rId42"/>
    <p:sldId id="421" r:id="rId43"/>
    <p:sldId id="422" r:id="rId44"/>
    <p:sldId id="381" r:id="rId45"/>
    <p:sldId id="374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5FD"/>
    <a:srgbClr val="9E0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7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935D-D810-E646-B21B-80E910C0F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D2DA6-C414-DA19-8ABC-74C120F8A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5C1BD-706E-9485-6B31-F4DAA8AE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02/01/26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F3377-31BB-1DC4-1E5C-097FB2798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44061-FA45-ABCD-3352-47F56347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25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9082-CD21-24BD-F50A-99104439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5223F-022C-3D26-E6EE-EB29A6A70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AB9AC-B285-FDAB-2724-5639FEC8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02/01/26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E0274-127E-4446-0901-9FA8E723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8D28C-93A8-0603-959B-DDA82AF1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Top Private University in India | MBA, BBA, B.Tech ...">
            <a:extLst>
              <a:ext uri="{FF2B5EF4-FFF2-40B4-BE49-F238E27FC236}">
                <a16:creationId xmlns:a16="http://schemas.microsoft.com/office/drawing/2014/main" id="{F92A0BFC-3D79-D152-09A2-7CFD3497FD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48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581E-B92A-984F-DE8B-52DE4FDCA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48186-226D-DA38-96F7-184C4B874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8C435-5419-631C-40B4-8278E3410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02/01/26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BC103-BF7B-2D1A-AC94-1350E895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9EC2D-C785-BE0C-D23B-F16E444C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Top Private University in India | MBA, BBA, B.Tech ...">
            <a:extLst>
              <a:ext uri="{FF2B5EF4-FFF2-40B4-BE49-F238E27FC236}">
                <a16:creationId xmlns:a16="http://schemas.microsoft.com/office/drawing/2014/main" id="{3029104C-068D-6326-F48C-979AEE902C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49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952C-C0C4-03C9-94A3-CD2A8D11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865C1-2D02-6E3D-3D7B-3BA84BDC8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6C6B8-E006-98DB-47B9-CD2510478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643C2-5210-7973-A748-1DD1170C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02/01/26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A773B-9945-BB4B-C450-155552F2C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6D9B3-4C59-2B08-FE26-DB59CF7B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Top Private University in India | MBA, BBA, B.Tech ...">
            <a:extLst>
              <a:ext uri="{FF2B5EF4-FFF2-40B4-BE49-F238E27FC236}">
                <a16:creationId xmlns:a16="http://schemas.microsoft.com/office/drawing/2014/main" id="{40D632C4-7074-62B3-9CAC-F9573FACAD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3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2F7A-279A-2AD8-A3F9-F956740D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789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8AA19-A404-D769-F37E-F51A6EE9B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2ED9C-7880-AA07-3672-373F4BE6F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C381E4-BF16-FC66-6FDA-2424AF16F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CA16D6-F865-29CC-92F6-8D09BEF71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1835D2-03B7-1FEB-BE12-C44A5C67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02/01/26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F36DC-F375-9CF0-77C5-C5790BA0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9E5ABD-92C9-7C69-81AD-7F56146A9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2" descr="Top Private University in India | MBA, BBA, B.Tech ...">
            <a:extLst>
              <a:ext uri="{FF2B5EF4-FFF2-40B4-BE49-F238E27FC236}">
                <a16:creationId xmlns:a16="http://schemas.microsoft.com/office/drawing/2014/main" id="{A28311A7-6F9E-12A4-9855-0AE4B63B12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779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4D79D-F29A-D127-248E-D41811C44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FFFDF-157E-640A-7FE3-F34FFB4BB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02/01/26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08644-428A-E4F0-38ED-90D9B095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E2F19-6A56-6804-C4F5-73EDCC1C8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2" descr="Top Private University in India | MBA, BBA, B.Tech ...">
            <a:extLst>
              <a:ext uri="{FF2B5EF4-FFF2-40B4-BE49-F238E27FC236}">
                <a16:creationId xmlns:a16="http://schemas.microsoft.com/office/drawing/2014/main" id="{D1797805-9519-CFE4-8005-D2E633D695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77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DDA9C-42AE-F8A6-087D-9F7E403C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02/01/26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E234C-5C02-2B03-63BE-371DD6DF9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719BC-5CA5-0DDD-2B07-2ED9EF45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2" descr="Top Private University in India | MBA, BBA, B.Tech ...">
            <a:extLst>
              <a:ext uri="{FF2B5EF4-FFF2-40B4-BE49-F238E27FC236}">
                <a16:creationId xmlns:a16="http://schemas.microsoft.com/office/drawing/2014/main" id="{373ECA57-C996-5147-A7C4-6EB4E43C5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78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8B26-2880-610E-278D-688E679F3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6E10D-98FB-5035-41D2-D34855A29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F2E70-64C1-656A-2601-6B4B18EAF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82A82-4FEB-6F77-EF6E-77030C6D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02/01/26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1633F-F9CD-33DE-A175-8D25F67C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09DE5-4B6B-F126-8D8C-EC25F889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Top Private University in India | MBA, BBA, B.Tech ...">
            <a:extLst>
              <a:ext uri="{FF2B5EF4-FFF2-40B4-BE49-F238E27FC236}">
                <a16:creationId xmlns:a16="http://schemas.microsoft.com/office/drawing/2014/main" id="{41F3A65C-7D22-43D9-1CCF-582A96A26C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51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0386-32DB-DC93-DD5D-950D490D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35B11-94CD-3577-00B1-527ADE1D2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67D64-4E2D-E786-FFF3-FBB0C0186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B3BAD-239C-64B7-FA7C-24B747E95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02/01/26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7A895-C2D3-089E-366A-1CDF236C9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D58AB-5D76-4997-5899-5A853165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Top Private University in India | MBA, BBA, B.Tech ...">
            <a:extLst>
              <a:ext uri="{FF2B5EF4-FFF2-40B4-BE49-F238E27FC236}">
                <a16:creationId xmlns:a16="http://schemas.microsoft.com/office/drawing/2014/main" id="{D3D9FB80-2270-919F-A1AE-717CF792DC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46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7FE7-5636-0BA0-5520-F5F5E0650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D3051-892F-BF39-1A59-ACE6B907E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88F5E-33C1-5C61-CF22-16894D13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02/01/26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EDB77-ECFC-CE18-EBF4-803068039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43038-9702-E96B-39A2-DE002E42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Top Private University in India | MBA, BBA, B.Tech ...">
            <a:extLst>
              <a:ext uri="{FF2B5EF4-FFF2-40B4-BE49-F238E27FC236}">
                <a16:creationId xmlns:a16="http://schemas.microsoft.com/office/drawing/2014/main" id="{9E046DB0-29F6-03B7-39D5-990552034C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065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99495-97A7-42DB-4D25-543300DB3E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0599"/>
            <a:ext cx="2628900" cy="5186363"/>
          </a:xfrm>
        </p:spPr>
        <p:txBody>
          <a:bodyPr vert="eaVert"/>
          <a:lstStyle/>
          <a:p>
            <a:r>
              <a:rPr lang="en-GB" dirty="0"/>
              <a:t>Click to edit Master title style</a:t>
            </a: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480CE-6E9C-7113-6B7C-A89BDA373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0601"/>
            <a:ext cx="7734300" cy="51863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2DD22-CEDE-2CF6-AC32-33D00D54E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F2AB-114E-404D-905D-2290CE6313E2}" type="datetimeFigureOut">
              <a:rPr lang="en-IN" smtClean="0"/>
              <a:t>02/01/26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C213D-0148-2DE7-29FC-B664ACB7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480D9-DE41-5870-8120-C6D38308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Top Private University in India | MBA, BBA, B.Tech ...">
            <a:extLst>
              <a:ext uri="{FF2B5EF4-FFF2-40B4-BE49-F238E27FC236}">
                <a16:creationId xmlns:a16="http://schemas.microsoft.com/office/drawing/2014/main" id="{5F9E98BF-4463-6921-B3D0-56403EEE75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65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64C192-9471-C453-603C-E96A3CA3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F1AE9-6528-0064-A9FF-E7CC9D93C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1E05E-B45B-EACC-F4C5-8941D871A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0F2AB-114E-404D-905D-2290CE6313E2}" type="datetimeFigureOut">
              <a:rPr lang="en-IN" smtClean="0"/>
              <a:t>02/01/26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63591-4404-C76A-9776-3C2A12CD4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6DFA2-3D4F-B188-54FD-AB81C3E2C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ECD4C1-0B2F-4047-B946-61F10141B0C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Top Private University in India | MBA, BBA, B.Tech ...">
            <a:extLst>
              <a:ext uri="{FF2B5EF4-FFF2-40B4-BE49-F238E27FC236}">
                <a16:creationId xmlns:a16="http://schemas.microsoft.com/office/drawing/2014/main" id="{1D14CF2F-BF94-36AE-A202-D21D768A0E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7" y="208994"/>
            <a:ext cx="2347573" cy="7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DBE0A1-01E8-DF08-FEC1-41F44C45780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794" y="2297668"/>
            <a:ext cx="9718411" cy="272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49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54432-D02D-64D4-A775-46EA2C9306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  <a:br>
              <a:rPr lang="en-US" sz="4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B.Tech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(CSE) 3</a:t>
            </a:r>
            <a:r>
              <a:rPr lang="en-US" sz="3600" b="1" baseline="30000" dirty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Semester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D6D6-2D88-9F09-6071-7236C7FF6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265920" cy="213359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</a:rPr>
              <a:t>Course Name: </a:t>
            </a:r>
            <a:r>
              <a:rPr lang="en-US" b="1" dirty="0">
                <a:solidFill>
                  <a:srgbClr val="9E0F00"/>
                </a:solidFill>
                <a:latin typeface="Times New Roman" pitchFamily="18" charset="0"/>
              </a:rPr>
              <a:t>Introduction to Cyber Security</a:t>
            </a:r>
          </a:p>
          <a:p>
            <a:r>
              <a:rPr lang="en-US" b="1" dirty="0">
                <a:latin typeface="Times New Roman" pitchFamily="18" charset="0"/>
              </a:rPr>
              <a:t>Course Code: </a:t>
            </a:r>
            <a:r>
              <a:rPr lang="en-US" b="1" dirty="0">
                <a:solidFill>
                  <a:srgbClr val="9E0F00"/>
                </a:solidFill>
                <a:latin typeface="Times New Roman" pitchFamily="18" charset="0"/>
              </a:rPr>
              <a:t>UCS3005</a:t>
            </a:r>
            <a:br>
              <a:rPr lang="en-US" b="1" dirty="0">
                <a:latin typeface="Times New Roman" pitchFamily="18" charset="0"/>
              </a:rPr>
            </a:br>
            <a:r>
              <a:rPr lang="en-US" sz="2000" b="1" dirty="0">
                <a:latin typeface="Times New Roman" pitchFamily="18" charset="0"/>
              </a:rPr>
              <a:t>Topic: 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</a:rPr>
              <a:t>Introduction to Cyber Security (Unit-1)</a:t>
            </a:r>
          </a:p>
          <a:p>
            <a:endParaRPr lang="en-US" sz="900" dirty="0">
              <a:latin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</a:rPr>
              <a:t>Dr. Swati Vashisht</a:t>
            </a:r>
          </a:p>
        </p:txBody>
      </p:sp>
    </p:spTree>
    <p:extLst>
      <p:ext uri="{BB962C8B-B14F-4D97-AF65-F5344CB8AC3E}">
        <p14:creationId xmlns:p14="http://schemas.microsoft.com/office/powerpoint/2010/main" val="260845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2EBA-0408-D551-B8DB-CBD17F90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Course Introduction &amp;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24304-76ED-0DE0-828C-EEFCEC200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The Intersection of Vision and Computation</a:t>
            </a:r>
          </a:p>
          <a:p>
            <a:r>
              <a:rPr lang="en-IN" dirty="0"/>
              <a:t>Welcome, students. In this module, we are not just learning syntax; we are mastering the two pillars of modern data science. The contemporary landscape of data analysis is defined by a convergence of two distinct disciplines:</a:t>
            </a:r>
          </a:p>
          <a:p>
            <a:pPr lvl="0"/>
            <a:r>
              <a:rPr lang="en-IN" b="1" dirty="0"/>
              <a:t>Rigorous Statistical </a:t>
            </a:r>
            <a:r>
              <a:rPr lang="en-IN" b="1" dirty="0" err="1"/>
              <a:t>Modeling</a:t>
            </a:r>
            <a:r>
              <a:rPr lang="en-IN" b="1" dirty="0"/>
              <a:t>:</a:t>
            </a:r>
            <a:r>
              <a:rPr lang="en-IN" dirty="0"/>
              <a:t> The math behind the predictions.</a:t>
            </a:r>
          </a:p>
          <a:p>
            <a:pPr lvl="0"/>
            <a:r>
              <a:rPr lang="en-IN" b="1" dirty="0"/>
              <a:t>Visual Interpretation:</a:t>
            </a:r>
            <a:r>
              <a:rPr lang="en-IN" dirty="0"/>
              <a:t> The art of communicating information.</a:t>
            </a:r>
          </a:p>
          <a:p>
            <a:r>
              <a:rPr lang="en-IN" dirty="0"/>
              <a:t>In the Python ecosystem—the "lingua franca" of data analysis—these two pillars are supported by two giants: </a:t>
            </a:r>
            <a:r>
              <a:rPr lang="en-IN" b="1" dirty="0"/>
              <a:t>Matplotlib</a:t>
            </a:r>
            <a:r>
              <a:rPr lang="en-IN" dirty="0"/>
              <a:t> and </a:t>
            </a:r>
            <a:r>
              <a:rPr lang="en-IN" b="1" dirty="0"/>
              <a:t>Scikit-Learn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990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1115A-F892-77F8-F5E0-5AB82024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582C8-F656-F9AC-7C17-2EA17E837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425" y="1114097"/>
            <a:ext cx="10914195" cy="5242253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What We Will Cover</a:t>
            </a:r>
          </a:p>
          <a:p>
            <a:r>
              <a:rPr lang="en-IN" dirty="0"/>
              <a:t>This course is structured to take you from the "what" and "how" to the "why." We will break down the black boxes of these libraries to understand their internal architectures.</a:t>
            </a:r>
          </a:p>
          <a:p>
            <a:pPr lvl="0"/>
            <a:r>
              <a:rPr lang="en-IN" b="1" dirty="0"/>
              <a:t>Section 1: Matplotlib (The Eye).</a:t>
            </a:r>
            <a:r>
              <a:rPr lang="en-IN" dirty="0"/>
              <a:t> We will move beyond basic plotting to understand the Object-Oriented architecture, enabling you to build publication-quality figures and complex dashboards.</a:t>
            </a:r>
          </a:p>
          <a:p>
            <a:pPr lvl="0"/>
            <a:r>
              <a:rPr lang="en-IN" b="1" dirty="0"/>
              <a:t>Section 2: Scikit-Learn (The Brain).</a:t>
            </a:r>
            <a:r>
              <a:rPr lang="en-IN" dirty="0"/>
              <a:t> We will explore the unified "Estimator API," learn to build robust pipelines, and understand the theoretical distinctions between Supervised and Unsupervised learning.</a:t>
            </a:r>
          </a:p>
          <a:p>
            <a:r>
              <a:rPr lang="en-IN" b="1" dirty="0"/>
              <a:t>Learning Objective:</a:t>
            </a:r>
            <a:r>
              <a:rPr lang="en-IN" dirty="0"/>
              <a:t> By the end of this module, you will be able to construct workflows that are not only computationally efficient but also interpretatively transparent </a:t>
            </a:r>
          </a:p>
        </p:txBody>
      </p:sp>
    </p:spTree>
    <p:extLst>
      <p:ext uri="{BB962C8B-B14F-4D97-AF65-F5344CB8AC3E}">
        <p14:creationId xmlns:p14="http://schemas.microsoft.com/office/powerpoint/2010/main" val="265901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6BEE9-1C84-CCAF-31EB-09C890C1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5C7B-A91E-5F02-43DF-788FA69F0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879E6-DB1E-540E-5E1E-32B1926FC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845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B27A-DADC-27D4-3446-A059223E4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BAA2-DB09-B628-5B12-FA192375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D5252-2875-F8EF-798F-1FBD1B079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016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91DBD-C206-53C9-F9B3-CF16DFF86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45B3C-7C2F-FEBF-F86B-3C61080B4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EB229-F59D-AC3A-9EA1-59AF6591D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3282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8C278-9C20-EF1B-3569-DF1805C0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C111-95D3-4C93-555E-A5A4FB1E5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2568B-4EEB-1FC1-527E-68D69FD43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912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D8CB0-910A-B516-5797-7F1B94768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9888-2ABF-CED3-11A1-FEA41BDC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F3BA3-A220-5DAE-B626-55CA59159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051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6B8AF-4E92-53A4-D182-74B9E891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6CAD-5918-805D-0AE7-041D2D42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C9019-D3A2-686E-D5EE-3B62C9591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82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CD904-C5EC-2F9E-B84D-6330F178A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6735-AEAC-E091-AD8B-1229A97CA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3AA18-0BC4-6991-6542-0FFA5D2CA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8319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7D34D-7132-AECA-7A84-C5EBD46F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8FE-F37B-DCF4-E725-CBC74EADE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F4CA-E563-A4C8-F21A-F0B0889DF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88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BE3D-013F-A08B-8831-3311FA5DD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3304-F63F-F458-093B-CBCC37F17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3005-484D-73A8-C53C-A12F251E2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0487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A10F8-2CA8-A466-B74C-F82A8B13D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660F-C64C-6E20-53E4-4DEDAC01F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B2E77-6D50-6D30-D0DE-9F3738F88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91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0B58F-5171-E4C4-F45B-660DA75D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3F74B-512A-3730-BFAB-0188DA2E8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AAACF-D69E-ADDF-97C5-38A2BF304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658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25246-4800-6908-31D0-C44BC5A2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3E550-97AC-A801-D848-32C24A86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DCABA-7BD4-5306-5649-A2D7DD39F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5851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3A63F-E2CC-7ACB-F115-579F26CA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27F05-297B-5C61-759F-D908D056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578AA-9721-72D0-E40D-540594677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916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8F73A-6BEF-68F1-46C4-95A9C60D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B74F5-EF93-7195-5C7F-AED3527B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0343A-9B5D-A483-4E70-1E9B7853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5264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1438A-DA6B-4F59-305B-D98C9F35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FF3B-F353-A3B0-5CB3-80674AF80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B054B-70AD-8493-28B5-50E490345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77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6CB2-C08C-EC55-C973-C80CE3EE9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508B-0AF7-9ABF-3281-FB95FFB18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56258-C196-191C-32DF-FF21DA79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8265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04FA3-CE7F-7031-8930-754EB797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51802-7EF5-F745-1FBA-5A2951453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429FD-E405-FC61-DA7F-E8778A39E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452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8CDFE-64EE-80D2-E6DA-81DA6AA34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82A3-A0B4-4C90-3EF8-72DB2D0A9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833D2-2CBF-AB34-5554-8D68DD287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0033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061E3-81B5-3FD1-6F68-2068F92AD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C985D-DFD4-93B3-1BD8-0D9082B4D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658E5-6625-8143-50B5-D5B193CB1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358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30D6B-3260-DE52-602D-6EE099FE3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1024-A6F3-6D35-2255-2273F224A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C54BF-19CD-4595-DDAB-3513267C5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2259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BB620-6F97-BD73-4B12-3E6C72CE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0087-E343-48C7-DCAB-3C4E8C010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1CB49-CBBF-8642-61B0-2296EA996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8269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A742-AAA3-DAF0-BB9F-864BCC3B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DCD7-69B6-5936-DA3C-E176197E7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F965-FB99-F015-6887-C7FA41A0B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65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27EE7-6800-9502-C92B-C4B651BE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86B72-CDB0-B3B2-59F7-6EBDCADE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5A540-9575-7E27-7AAE-AA1970761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556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84CA1-D7B8-5B28-8045-9EE1F659B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BEB8-E34E-0988-0417-9914B1AC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39ECB-1109-1661-A15C-630ACF777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25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4FF3-3638-99C8-363B-1D9A794E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A45BB-903F-17BD-B6F3-1FBFA393F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B2691-4C28-195B-27FD-111ECABA1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3942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EE1ED-2890-2738-A5E5-818E45D22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66183-DD4A-EDD9-7C8C-D3B9AC45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442ED-97E8-B761-F005-FF485C60E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994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5212-E5B8-B33F-FDFA-A934EFA8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7BCCD-F583-1564-CFCB-85DECB5AF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D643B-02C4-18E3-0048-524A82703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47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C7DF2-5F61-4A28-1932-50F1D63E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BA24A-1ED2-57B1-BC3E-BBC3689F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1030C-DFF1-6AD4-9AC6-C89F36A6F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0098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D8D75-B7B1-E3B1-787F-2F9316412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F411-DC05-F87A-9A34-C2BBE030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96109-00B8-8862-F6AC-554FCCD99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357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02575-D356-F93C-21D6-4511D8604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818AB-81B4-EBBF-F3F8-3E12088A1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98711-AC7A-9161-DD59-B47CC9BBA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2602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6E5E4-99AF-F836-487A-B5597BD0C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C84F2-24F4-27E6-A2FF-1229286CD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C36BF-5731-0F1B-0B79-DC014A0E1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5081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C2CA4-6E05-B157-1023-232ADA5E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18DB-E862-2047-D410-4A2D4693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65FB2-E7F5-110E-255E-35BAFCD88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9608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6A26-839D-1DE2-661B-5F08A7A1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5C201-C004-755B-1FD2-8A458B812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52CD1-AE87-AC13-495B-798CE3BB5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7795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8043-653D-1FC7-86B9-6796AAF5E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0122-C244-6970-C76A-9AAF63706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BAF4-CC24-1F3D-82D9-EE06FC269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6796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77238-E6DF-D6F7-B0C6-2CC11A201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0927-F213-F72A-6301-9BDFA2B0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03B85-EB4A-25C6-342A-72A030DE3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3325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95505-5481-40E2-7D52-7B59AC29C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EFDE8-9074-C645-BB22-427B19BB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DBC1-FF74-26E4-131D-E52A1CBDB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27114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62793-0EAC-1993-CD39-2DAAB30E2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6A9CE-6819-7D93-1B09-A8299DA2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C6039-E8FD-E832-E0DF-0E3502AC2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92615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9F28A-D294-DFAB-CE1A-5578AB1DF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53E5-D094-6F36-DA0D-7D4CEF491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8579C-A0C1-8BA9-0F4F-B34462226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1657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5F3C9-97CE-2036-7924-3C198DD6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A00C-C294-D901-AAD0-41766178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55567-341E-6180-9B67-082EC1754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58034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A5891-5C07-A90A-7D1B-7FEAB418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9DAE-7BF6-FE72-3292-2E11A5DD5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AFFE-D59C-FDCC-BF38-3163D2B0F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19828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17200-320F-330D-DB2F-A6236B8E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D22B-3E3C-B705-6F04-674F87BD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10B44-3F16-AD42-892D-7ADF20843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629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45910B3-87D6-4500-A7E8-7BCE62E6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710" y="1704474"/>
            <a:ext cx="10888579" cy="3449052"/>
          </a:xfrm>
        </p:spPr>
        <p:txBody>
          <a:bodyPr>
            <a:normAutofit/>
          </a:bodyPr>
          <a:lstStyle/>
          <a:p>
            <a:pPr algn="ctr"/>
            <a:r>
              <a:rPr lang="en-US" sz="19900" dirty="0">
                <a:latin typeface="Edwardian Script ITC" pitchFamily="66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179494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271</Words>
  <Application>Microsoft Macintosh PowerPoint</Application>
  <PresentationFormat>Widescreen</PresentationFormat>
  <Paragraphs>17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Aptos Display</vt:lpstr>
      <vt:lpstr>Arial</vt:lpstr>
      <vt:lpstr>Edwardian Script ITC</vt:lpstr>
      <vt:lpstr>Times New Roman</vt:lpstr>
      <vt:lpstr>Office Theme</vt:lpstr>
      <vt:lpstr>School of Computer Science and Engineering B.Tech (CSE) 3rd Semester</vt:lpstr>
      <vt:lpstr>Course Introduction &amp;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Saroliya</dc:creator>
  <cp:lastModifiedBy>Rajesh Mishra</cp:lastModifiedBy>
  <cp:revision>35</cp:revision>
  <dcterms:created xsi:type="dcterms:W3CDTF">2025-07-19T19:52:25Z</dcterms:created>
  <dcterms:modified xsi:type="dcterms:W3CDTF">2026-01-02T07:57:22Z</dcterms:modified>
</cp:coreProperties>
</file>